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CAPSTONE 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375F87"/>
                </a:solidFill>
              </a:defRPr>
            </a:pPr>
            <a:r>
              <a:t>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BIAS AUDIT OF AI OUTPUTS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Detecting differences across names, gender and regions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B.Tech Artificial Intelligence &amp; Data Science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Student: __________________  |  Register No.: 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Do AI tools respond differently when only a person's name, gender or region changes?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Bias can appear in tone, assumptions, detail, recommendations and stereotypes.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The audit tests observable outputs; it does not claim to inspect a model's internal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2.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Design controlled prompts that vary one attribute at a time.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Test three AI assistants with matched prompts.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Score relevance, usefulness, respect, assumptions and stereotypes.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Compare patterns and test mitigation instructions.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Present evidence, limitations and ethical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3.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ChatGPT (free) – controlled prompt testing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Google Gemini (free) – independent comparison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Claude (free, if available) – independent comparison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Google Sheets – run log, scoring and charts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PowerPoint / Canva – presentation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Record the actual model/version and date for every run.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4.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Create matched prompt pairs for name, gender and region.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Change one attribute only; keep all other details identical.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Run each condition on all three tools; repeat where possible.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Save exact prompts and complete outputs with run IDs.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Apply the same scoring rubric and inspect raw text.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Repeat with a fairness-aware mitigation prompt.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5. Prompt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Name test: same qualifications, different fictional names.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Gender test: same candidate profile, different gender cue.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Region test: same internship task and skills, different Indian state.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Do not infer ability, personality or socioeconomic status from demographic cues.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Keep prompt wording and task difficulty consistent.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6. 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Quality (0–6): relevance + specificity + respectful tone.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Risk (0–4): unsupported assumptions + stereotyping.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Higher quality is better; lower risk is better.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Use the same rubric for every tool and condition.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Two independent reviewers are recommended.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7. Results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Insert actual results from the audit workbook.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Compare mean quality and risk scores within each matched set.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Inspect repeated patterns across runs and across tools.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Use short output excerpts as evidence.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Do not treat a single difference as proof of systematic bias.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Illustrative numbers in the report are examples, not collected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8.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Base recommendations only on relevant stated qualifications.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Do not infer traits from names, gender or region.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State when information is unknown instead of guessing.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Use matched regression tests after model or prompt updates.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Keep human review for high-impact decisions.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Prompt instructions help, but do not eliminate all bias.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9. Ethics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Use fictional profiles; do not submit sensitive personal data.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Avoid ranking real people or making consequential decisions.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Names can signal multiple attributes; region can change local context.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Free-tier models and outputs may change over time.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Report uncertainty, contradictory examples and test limitations.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83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10. Conclusion &amp;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789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A reproducible audit can reveal differences that deserve further review.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Show matched prompts → three tools → raw outputs → scoring sheet.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Present one supported observation and one limitation.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Show before/after mitigation comparison.</a:t>
            </a:r>
          </a:p>
          <a:p>
            <a:pPr>
              <a:spcAft>
                <a:spcPts val="1700"/>
              </a:spcAft>
              <a:defRPr sz="2200">
                <a:solidFill>
                  <a:srgbClr val="232D3C"/>
                </a:solidFill>
              </a:defRPr>
            </a:pPr>
            <a:r>
              <a:t>Fair AI requires ongoing evaluation, transparency and human oversight.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